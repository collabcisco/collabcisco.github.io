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68"/>
  </p:normalViewPr>
  <p:slideViewPr>
    <p:cSldViewPr snapToGrid="0">
      <p:cViewPr>
        <p:scale>
          <a:sx n="108" d="100"/>
          <a:sy n="108" d="100"/>
        </p:scale>
        <p:origin x="92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62BB-4602-3829-7FFE-E2C99FA05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1E495-942E-FC31-B8D5-61A86DA69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8993C-4AB4-512F-778F-54389946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E0DAB-32A3-8B10-AFBC-5D81F090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EC8D-0034-7809-27D7-C2EB9B05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97712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BDDA-A1E6-6F0C-D85C-3512D911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B042C-F12B-0A7D-FB6E-D28A8A0E8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DB5E4-F319-2C8A-A7F3-0E576BB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86C00-1424-D22E-1337-A519CF77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632FB-2D7B-FDCC-AE7C-D0E3A0B1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1438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ABA95-C8EF-844D-EE24-34D51E26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7CAE8-0E63-AE53-892F-5578CB812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84301-E1D8-6F29-86E2-564FEADA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61559-F19F-DD93-9C65-96F21801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9E891-D518-2A80-EF30-CEE46CED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278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C365-516C-AAA3-209E-018FF649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3AA5-1179-77C8-A16F-DD36F2181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F7D76-6E5C-7FBA-47A3-9ADFA4BEC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D03CF-CDD1-8F41-18C6-0C5E9017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20028-21B9-2692-A3CD-763C2FED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E88A5-7FDE-5FB2-41D3-13ECA6BC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281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D4C0-E67B-D3D1-D4B4-65B8D428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6AF92-055A-5771-9CC5-9DC7CAA01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E14D4-4859-9125-F513-660482CEE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50EBA-3459-8D60-DA1E-253BBAD7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E570B-0083-FD60-F89D-A0402CB45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7F0F4-A9A2-47C2-8ACE-3BD7E4CE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DE08EE-0AE5-EC86-1C0B-DCD5AADF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A0D26-53AF-C586-50B3-BD23D0FA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40366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3FC0-9541-37AC-B994-0557FED3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4EA0F-520C-7C0A-239B-BD7A81D8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B8D58-0670-AA84-1BCF-C4DE834C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711A7-B367-52E9-DA26-1F8C3FB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6884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7F7A5-4951-945C-7133-1AEBB8B6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9448F-97D5-061E-E2AB-B302C3BC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17671-A7FB-9DB0-FC3F-9F1D304B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45834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46FF-C155-1006-E5BF-AE22E18BF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E83D0-2452-A2B2-4F8D-AE50CB31B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F49CF-B56E-6A42-6F84-0B2367AF6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FF1A9-B4FE-06BB-9D3C-001C4411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F22BE-2A11-8C09-2895-AFA45915B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0416E-CB95-B1E6-131C-A5F231A1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88929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0D66-335C-3126-D671-32B53624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78002-2336-95D6-08E6-4FB911F03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67A6A-BB24-FA12-9755-10030BC5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15356-AF9A-835F-9F79-CF65DE0D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F389A-4619-4D72-DDC9-8C9B32C3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DB521-DB48-D19E-3E30-584BE737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4884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63C2-7E37-D355-8C73-CAC858DF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5FF36-DFAA-802B-A25F-C4621FD1B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653D9-520A-F14B-BA70-7B600FB2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0868-E66A-4649-3F6D-3D390F94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AE78B-C0BE-D209-FCB4-6DF63076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5072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E2B2D9-58E2-0AB7-B6EC-2C9B0A55C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041DF-E81F-8AF7-A15A-10DC32684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04FE5-36AD-960C-6D58-0DC9BA48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376E1-D832-FA23-43E2-CD08A05D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A417A-47D5-D795-D81F-D9E1C304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798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D9BED-2D34-075E-A0E9-122EFAEF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3ACC8-F521-C0A1-781A-EA29F95D1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E43DA-58B3-A707-6F7B-9897F7973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DF7F5-ACAE-964D-9F7C-0A714D408E87}" type="datetimeFigureOut">
              <a:rPr lang="en-MX" smtClean="0"/>
              <a:t>04/05/26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D6BBE-D9C3-F08B-3AFC-1550B0299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1A3E5-D312-84CE-33AD-5DDDAF130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73116-22F1-EA42-B3C5-B7BC37DF5652}" type="slidenum">
              <a:rPr lang="en-MX" smtClean="0"/>
              <a:t>‹#›</a:t>
            </a:fld>
            <a:endParaRPr lang="en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86254-9187-61EF-F6C7-AC79291948D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X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84943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6FF7-C9A9-2D6A-BF4E-4C320C8E88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68C92-2F3B-C4B2-7D5E-8E3E20031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971518-2269-3042-B6AB-556BC423BCA4}"/>
              </a:ext>
            </a:extLst>
          </p:cNvPr>
          <p:cNvGrpSpPr/>
          <p:nvPr/>
        </p:nvGrpSpPr>
        <p:grpSpPr>
          <a:xfrm>
            <a:off x="3810000" y="0"/>
            <a:ext cx="4572000" cy="6858000"/>
            <a:chOff x="3810000" y="0"/>
            <a:chExt cx="4572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9C5D19-E1CC-7612-BC1F-4753C51F1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10000" y="0"/>
              <a:ext cx="4572000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A6A955-C31D-1E4B-04BA-76F931AA2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2181" y="2771548"/>
              <a:ext cx="1334156" cy="13721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372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Diaz Rodriguez (vdiazrod)</dc:creator>
  <cp:lastModifiedBy>Veronica Diaz Rodriguez (vdiazrod)</cp:lastModifiedBy>
  <cp:revision>1</cp:revision>
  <dcterms:created xsi:type="dcterms:W3CDTF">2026-05-05T01:17:43Z</dcterms:created>
  <dcterms:modified xsi:type="dcterms:W3CDTF">2026-05-06T16:31:06Z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